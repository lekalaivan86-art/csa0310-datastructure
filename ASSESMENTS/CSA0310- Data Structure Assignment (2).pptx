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0DB4C23-989E-476E-A526-2620EE4EA038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Untitled Section" id="{8A99F8AA-C061-436B-9074-BCE3C99A7886}">
          <p14:sldIdLst>
            <p14:sldId id="263"/>
            <p14:sldId id="262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7330E-C2BE-493B-8FFF-B2AF09295E6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B9F0F5F8-7DEB-46FA-8356-17C0CD378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897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7330E-C2BE-493B-8FFF-B2AF09295E6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0F5F8-7DEB-46FA-8356-17C0CD378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114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7330E-C2BE-493B-8FFF-B2AF09295E6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B9F0F5F8-7DEB-46FA-8356-17C0CD378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808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7330E-C2BE-493B-8FFF-B2AF09295E6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B9F0F5F8-7DEB-46FA-8356-17C0CD378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27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7330E-C2BE-493B-8FFF-B2AF09295E6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B9F0F5F8-7DEB-46FA-8356-17C0CD378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467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7330E-C2BE-493B-8FFF-B2AF09295E6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0F5F8-7DEB-46FA-8356-17C0CD378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322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7330E-C2BE-493B-8FFF-B2AF09295E6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0F5F8-7DEB-46FA-8356-17C0CD378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05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7330E-C2BE-493B-8FFF-B2AF09295E6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0F5F8-7DEB-46FA-8356-17C0CD378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125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7330E-C2BE-493B-8FFF-B2AF09295E6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B9F0F5F8-7DEB-46FA-8356-17C0CD378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630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7330E-C2BE-493B-8FFF-B2AF09295E6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B9F0F5F8-7DEB-46FA-8356-17C0CD378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673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7330E-C2BE-493B-8FFF-B2AF09295E6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B9F0F5F8-7DEB-46FA-8356-17C0CD378E6D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181895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7330E-C2BE-493B-8FFF-B2AF09295E6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B9F0F5F8-7DEB-46FA-8356-17C0CD378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8068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7330E-C2BE-493B-8FFF-B2AF09295E6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B9F0F5F8-7DEB-46FA-8356-17C0CD378E6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224819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7330E-C2BE-493B-8FFF-B2AF09295E6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B9F0F5F8-7DEB-46FA-8356-17C0CD378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1879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7330E-C2BE-493B-8FFF-B2AF09295E6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0F5F8-7DEB-46FA-8356-17C0CD378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4410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7330E-C2BE-493B-8FFF-B2AF09295E6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0F5F8-7DEB-46FA-8356-17C0CD378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110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17330E-C2BE-493B-8FFF-B2AF09295E6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9F0F5F8-7DEB-46FA-8356-17C0CD378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108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8" r:id="rId1"/>
    <p:sldLayoutId id="2147483919" r:id="rId2"/>
    <p:sldLayoutId id="2147483920" r:id="rId3"/>
    <p:sldLayoutId id="2147483921" r:id="rId4"/>
    <p:sldLayoutId id="2147483922" r:id="rId5"/>
    <p:sldLayoutId id="2147483923" r:id="rId6"/>
    <p:sldLayoutId id="2147483924" r:id="rId7"/>
    <p:sldLayoutId id="2147483925" r:id="rId8"/>
    <p:sldLayoutId id="2147483926" r:id="rId9"/>
    <p:sldLayoutId id="2147483927" r:id="rId10"/>
    <p:sldLayoutId id="2147483928" r:id="rId11"/>
    <p:sldLayoutId id="2147483929" r:id="rId12"/>
    <p:sldLayoutId id="2147483930" r:id="rId13"/>
    <p:sldLayoutId id="2147483931" r:id="rId14"/>
    <p:sldLayoutId id="2147483932" r:id="rId15"/>
    <p:sldLayoutId id="214748393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4508" y="2501782"/>
            <a:ext cx="7406640" cy="1472184"/>
          </a:xfrm>
        </p:spPr>
        <p:txBody>
          <a:bodyPr>
            <a:noAutofit/>
          </a:bodyPr>
          <a:lstStyle/>
          <a:p>
            <a:r>
              <a:rPr lang="en-US" sz="24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Decision-Making Applications -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Recommend an Appropriate Data Structure and Justify Its Effectiveness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00000" y="5410200"/>
            <a:ext cx="29890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PRESENTED BY: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   EKALAIVAN (192524450)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09800" y="1600200"/>
            <a:ext cx="52827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CSA0310- DATA STRUCTURES</a:t>
            </a:r>
          </a:p>
        </p:txBody>
      </p:sp>
    </p:spTree>
    <p:extLst>
      <p:ext uri="{BB962C8B-B14F-4D97-AF65-F5344CB8AC3E}">
        <p14:creationId xmlns:p14="http://schemas.microsoft.com/office/powerpoint/2010/main" val="1224029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82296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What is a Decision-Making Application?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Evaluates several input conditions before producing a final outcome.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Each decision depends on the result of the previous condition check.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Used for classification, eligibility checks, and recommendation logic.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Ensures a structured, rule-based decision process.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Example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Income Check → Credit Score Check → Age Check → Approve / Reject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017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82296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Scenario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application must classify outcomes based on several conditions.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Conditions are nested - one check leads to the next check.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Each condition may branch into different sub-conditions.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Classification must be fast, accurate, and easy to update.</a:t>
            </a:r>
          </a:p>
          <a:p>
            <a:pPr marL="82296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82296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Challenge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Which data structure best represents multi-condition decision logic?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9053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Recommended Data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82296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Decision Tree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82296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Why Decision Tree?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Each internal node represents a condition (a test on an attribute).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Each branch represents the outcome of that condition.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Each leaf node represents a final classified outcome.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Naturally mirrors nested if-else decision logic.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6589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Working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Suppose a loan approval application classifies applicants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Root Condition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Income &gt; 50,000?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Yes branch: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Check Credit Score &gt; 700?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 Yes → Approve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 No → Reject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No branch: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Check Age &gt; 25 and Collateral available?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 Yes → Approve with conditions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 No → Reject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 path from root to leaf gives the final decision.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700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Time and Space Efficiency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219200" y="1960418"/>
          <a:ext cx="7499350" cy="1463040"/>
        </p:xfrm>
        <a:graphic>
          <a:graphicData uri="http://schemas.openxmlformats.org/drawingml/2006/table">
            <a:tbl>
              <a:tblPr/>
              <a:tblGrid>
                <a:gridCol w="374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Operation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Time 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Classify a Record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O(h)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Insert a Condition Node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O(h)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Update / Search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O(h)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435100" y="3986482"/>
            <a:ext cx="4503541" cy="132343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Space Complexity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O(n)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where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n = number of decision nodes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Stores each condition only once.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3086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Why Decision Tree?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0" y="2057400"/>
            <a:ext cx="7498080" cy="4800600"/>
          </a:xfrm>
        </p:spPr>
        <p:txBody>
          <a:bodyPr>
            <a:normAutofit/>
          </a:bodyPr>
          <a:lstStyle/>
          <a:p>
            <a:pPr marL="82296" indent="0">
              <a:buNone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Advantages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Handles multiple conditions systematically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Fast classification, O(log n) for a balanced tree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Easy to visualize the decision logic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Supports both categorical and numerical conditions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Simple to update or add new rules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Scales well as conditions increase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9876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Comparison with Other Data Structures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435100" y="2065020"/>
          <a:ext cx="7499349" cy="4114800"/>
        </p:xfrm>
        <a:graphic>
          <a:graphicData uri="http://schemas.openxmlformats.org/drawingml/2006/table">
            <a:tbl>
              <a:tblPr/>
              <a:tblGrid>
                <a:gridCol w="2499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97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97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Data 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Suitable?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Reason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Array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No hierarchical relation; only linear search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Linked List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Sequential access; cannot model branching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Stack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LIFO order is unsuitable for condition evaluation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Hash 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Fast lookup but no hierarchical decision path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itchFamily="18" charset="0"/>
                          <a:cs typeface="Times New Roman" pitchFamily="18" charset="0"/>
                        </a:rPr>
                        <a:t>Decision Tree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✅ Best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Naturally models multi-condition branching logic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6784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Real-Life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5920" y="1981200"/>
            <a:ext cx="7498080" cy="48006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Decision Tree is used in: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Loan and credit eligibility systems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Medical diagnosis systems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Spam email classification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Fraud detection systems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Recommendation engines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Game AI decision logic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917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7800" y="1828800"/>
            <a:ext cx="7498080" cy="480060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Decision Tree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is the most suitable data structure for classifying outcomes based on multiple conditions.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It provides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O(h)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classification with a clear branching structure.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Uses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O(n)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memory efficiently.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Widely used in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real-world decision-making and classification systems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790177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25</TotalTime>
  <Words>456</Words>
  <Application>Microsoft Office PowerPoint</Application>
  <PresentationFormat>On-screen Show (4:3)</PresentationFormat>
  <Paragraphs>94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Century Gothic</vt:lpstr>
      <vt:lpstr>Times New Roman</vt:lpstr>
      <vt:lpstr>Wingdings</vt:lpstr>
      <vt:lpstr>Wingdings 3</vt:lpstr>
      <vt:lpstr>Wisp</vt:lpstr>
      <vt:lpstr> Decision-Making Applications - Recommend an Appropriate Data Structure and Justify Its Effectiveness</vt:lpstr>
      <vt:lpstr>Introduction</vt:lpstr>
      <vt:lpstr>Problem Statement</vt:lpstr>
      <vt:lpstr>Recommended Data Structure</vt:lpstr>
      <vt:lpstr>Working Example</vt:lpstr>
      <vt:lpstr>Time and Space Efficiency</vt:lpstr>
      <vt:lpstr>Why Decision Tree?</vt:lpstr>
      <vt:lpstr>Comparison with Other Data Structures</vt:lpstr>
      <vt:lpstr>Real-Life Applications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CPU Allocation in Time-Sharing Operating Systems - Recommend an Appropriate Data Structure and Justify Based on Time and Space Efficiency</dc:title>
  <dc:creator>ASUS</dc:creator>
  <cp:lastModifiedBy>pc</cp:lastModifiedBy>
  <cp:revision>4</cp:revision>
  <dcterms:created xsi:type="dcterms:W3CDTF">2026-07-27T05:15:30Z</dcterms:created>
  <dcterms:modified xsi:type="dcterms:W3CDTF">2026-08-07T07:23:25Z</dcterms:modified>
</cp:coreProperties>
</file>